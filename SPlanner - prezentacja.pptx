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88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86"/>
  </p:normalViewPr>
  <p:slideViewPr>
    <p:cSldViewPr snapToGrid="0">
      <p:cViewPr>
        <p:scale>
          <a:sx n="121" d="100"/>
          <a:sy n="121" d="100"/>
        </p:scale>
        <p:origin x="202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PL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PL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691CC-0289-3ECC-2D35-3E1197A304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noProof="0" dirty="0" err="1"/>
              <a:t>Planer</a:t>
            </a:r>
            <a:r>
              <a:rPr lang="pl-PL" noProof="0" dirty="0"/>
              <a:t> Nauki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94956-147A-716A-76CA-33003BC605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noProof="0" dirty="0"/>
              <a:t>Oskar Konitz</a:t>
            </a:r>
          </a:p>
        </p:txBody>
      </p:sp>
    </p:spTree>
    <p:extLst>
      <p:ext uri="{BB962C8B-B14F-4D97-AF65-F5344CB8AC3E}">
        <p14:creationId xmlns:p14="http://schemas.microsoft.com/office/powerpoint/2010/main" val="50809311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3B91B61-BFCA-4647-957E-A8269BE46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5BE722-B4EA-266C-0B2D-A0D2BDD17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824" y="685800"/>
            <a:ext cx="6176776" cy="1485900"/>
          </a:xfrm>
        </p:spPr>
        <p:txBody>
          <a:bodyPr>
            <a:normAutofit/>
          </a:bodyPr>
          <a:lstStyle/>
          <a:p>
            <a:r>
              <a:rPr lang="pl-PL" noProof="0" dirty="0"/>
              <a:t>Problem i rozwiązanie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22A16B-C90B-B4A8-CC98-D184A6940A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04" r="-3" b="-3"/>
          <a:stretch>
            <a:fillRect/>
          </a:stretch>
        </p:blipFill>
        <p:spPr>
          <a:xfrm>
            <a:off x="-396649" y="-214299"/>
            <a:ext cx="4998794" cy="783841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2D1D7C6-1C89-420C-8D35-483654167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354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977C5E3-CB77-1CC5-C58F-C7900D628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0824" y="2286000"/>
            <a:ext cx="6176776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noProof="0" dirty="0"/>
              <a:t>Problemy:</a:t>
            </a:r>
          </a:p>
          <a:p>
            <a:r>
              <a:rPr lang="pl-PL" noProof="0" dirty="0"/>
              <a:t>Odkładanie na ostatnią chwile</a:t>
            </a:r>
          </a:p>
          <a:p>
            <a:r>
              <a:rPr lang="pl-PL" noProof="0" dirty="0"/>
              <a:t>Dużo egzaminów na raz</a:t>
            </a:r>
          </a:p>
          <a:p>
            <a:pPr marL="0" indent="0">
              <a:buNone/>
            </a:pPr>
            <a:endParaRPr lang="pl-PL" noProof="0" dirty="0"/>
          </a:p>
          <a:p>
            <a:pPr marL="0" indent="0">
              <a:buNone/>
            </a:pPr>
            <a:r>
              <a:rPr lang="pl-PL" noProof="0" dirty="0"/>
              <a:t>Kluczowe funkcje:</a:t>
            </a:r>
          </a:p>
          <a:p>
            <a:r>
              <a:rPr lang="pl-PL" noProof="0" dirty="0"/>
              <a:t>Śledzenie postępów nauki</a:t>
            </a:r>
          </a:p>
          <a:p>
            <a:r>
              <a:rPr lang="pl-PL" noProof="0" dirty="0"/>
              <a:t>Planowanie nauki</a:t>
            </a:r>
          </a:p>
          <a:p>
            <a:r>
              <a:rPr lang="pl-PL" noProof="0" dirty="0"/>
              <a:t>Motywacja</a:t>
            </a:r>
          </a:p>
        </p:txBody>
      </p:sp>
    </p:spTree>
    <p:extLst>
      <p:ext uri="{BB962C8B-B14F-4D97-AF65-F5344CB8AC3E}">
        <p14:creationId xmlns:p14="http://schemas.microsoft.com/office/powerpoint/2010/main" val="303594792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A94FD-CCEF-4E58-FE17-31D327D2B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>
            <a:normAutofit/>
          </a:bodyPr>
          <a:lstStyle/>
          <a:p>
            <a:r>
              <a:rPr lang="pl-PL" noProof="0" dirty="0"/>
              <a:t>Plan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0274950B-10EF-380D-10FA-B013A819D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3282694" cy="3581400"/>
          </a:xfrm>
        </p:spPr>
        <p:txBody>
          <a:bodyPr>
            <a:normAutofit/>
          </a:bodyPr>
          <a:lstStyle/>
          <a:p>
            <a:r>
              <a:rPr lang="pl-PL" noProof="0" dirty="0"/>
              <a:t>Tematy zaległe</a:t>
            </a:r>
          </a:p>
          <a:p>
            <a:r>
              <a:rPr lang="pl-PL" noProof="0" dirty="0"/>
              <a:t>Tematy do zrobienia</a:t>
            </a:r>
          </a:p>
          <a:p>
            <a:r>
              <a:rPr lang="pl-PL" noProof="0" dirty="0"/>
              <a:t>Tematy zrobione</a:t>
            </a:r>
          </a:p>
          <a:p>
            <a:r>
              <a:rPr lang="pl-PL" noProof="0" dirty="0"/>
              <a:t>Egzaminy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09C570-F3E0-23A3-34FE-FC5555CDD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611" y="349689"/>
            <a:ext cx="8766721" cy="615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5380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D9D9D0AB-1E2F-44A8-B9C6-FA4098301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F1FAB0-99E8-9107-0232-BE5C69D94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3665054"/>
            <a:ext cx="7118268" cy="104845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3600" cap="all" noProof="0" dirty="0"/>
              <a:t>Praca z Planem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7C7D96-3173-9378-0E10-2BAEFFAC1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6202" y="879246"/>
            <a:ext cx="3914432" cy="3111973"/>
          </a:xfrm>
          <a:prstGeom prst="rect">
            <a:avLst/>
          </a:prstGeom>
        </p:spPr>
      </p:pic>
      <p:sp>
        <p:nvSpPr>
          <p:cNvPr id="41" name="Freeform: Shape 35">
            <a:extLst>
              <a:ext uri="{FF2B5EF4-FFF2-40B4-BE49-F238E27FC236}">
                <a16:creationId xmlns:a16="http://schemas.microsoft.com/office/drawing/2014/main" id="{00106F80-B138-4C27-AEAE-350D5506E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611062" y="710273"/>
            <a:ext cx="2308583" cy="2084882"/>
          </a:xfrm>
          <a:custGeom>
            <a:avLst/>
            <a:gdLst>
              <a:gd name="connsiteX0" fmla="*/ 462 w 2308583"/>
              <a:gd name="connsiteY0" fmla="*/ 2084882 h 2084882"/>
              <a:gd name="connsiteX1" fmla="*/ 2308583 w 2308583"/>
              <a:gd name="connsiteY1" fmla="*/ 2084882 h 2084882"/>
              <a:gd name="connsiteX2" fmla="*/ 2308583 w 2308583"/>
              <a:gd name="connsiteY2" fmla="*/ 0 h 2084882"/>
              <a:gd name="connsiteX3" fmla="*/ 2022607 w 2308583"/>
              <a:gd name="connsiteY3" fmla="*/ 0 h 2084882"/>
              <a:gd name="connsiteX4" fmla="*/ 2022607 w 2308583"/>
              <a:gd name="connsiteY4" fmla="*/ 1813955 h 2084882"/>
              <a:gd name="connsiteX5" fmla="*/ 0 w 2308583"/>
              <a:gd name="connsiteY5" fmla="*/ 1813023 h 2084882"/>
              <a:gd name="connsiteX6" fmla="*/ 462 w 2308583"/>
              <a:gd name="connsiteY6" fmla="*/ 2084882 h 2084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583" h="2084882">
                <a:moveTo>
                  <a:pt x="462" y="2084882"/>
                </a:moveTo>
                <a:lnTo>
                  <a:pt x="2308583" y="2084882"/>
                </a:lnTo>
                <a:lnTo>
                  <a:pt x="2308583" y="0"/>
                </a:lnTo>
                <a:lnTo>
                  <a:pt x="2022607" y="0"/>
                </a:lnTo>
                <a:lnTo>
                  <a:pt x="2022607" y="1813955"/>
                </a:lnTo>
                <a:lnTo>
                  <a:pt x="0" y="1813023"/>
                </a:lnTo>
                <a:cubicBezTo>
                  <a:pt x="923" y="1906853"/>
                  <a:pt x="-462" y="1991052"/>
                  <a:pt x="462" y="2084882"/>
                </a:cubicBezTo>
                <a:close/>
              </a:path>
            </a:pathLst>
          </a:custGeom>
          <a:solidFill>
            <a:schemeClr val="tx2">
              <a:alpha val="8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l-PL" noProof="0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67469A-1F10-2780-CBF4-E6B08917B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486" y="3377882"/>
            <a:ext cx="4456597" cy="2451127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1ED036-FCDD-BA98-409C-D9DC37184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8272" y="195943"/>
            <a:ext cx="4056733" cy="3255528"/>
          </a:xfrm>
          <a:prstGeom prst="rect">
            <a:avLst/>
          </a:prstGeom>
        </p:spPr>
      </p:pic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ABC7F38-C8B8-4C20-82BE-82A52FF9C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8292517" y="1071683"/>
            <a:ext cx="2308583" cy="2379788"/>
          </a:xfrm>
          <a:custGeom>
            <a:avLst/>
            <a:gdLst>
              <a:gd name="connsiteX0" fmla="*/ 2308583 w 2308583"/>
              <a:gd name="connsiteY0" fmla="*/ 0 h 2379788"/>
              <a:gd name="connsiteX1" fmla="*/ 2022607 w 2308583"/>
              <a:gd name="connsiteY1" fmla="*/ 0 h 2379788"/>
              <a:gd name="connsiteX2" fmla="*/ 2022607 w 2308583"/>
              <a:gd name="connsiteY2" fmla="*/ 2108861 h 2379788"/>
              <a:gd name="connsiteX3" fmla="*/ 0 w 2308583"/>
              <a:gd name="connsiteY3" fmla="*/ 2107929 h 2379788"/>
              <a:gd name="connsiteX4" fmla="*/ 462 w 2308583"/>
              <a:gd name="connsiteY4" fmla="*/ 2379788 h 2379788"/>
              <a:gd name="connsiteX5" fmla="*/ 2308583 w 2308583"/>
              <a:gd name="connsiteY5" fmla="*/ 2379788 h 2379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2379788">
                <a:moveTo>
                  <a:pt x="2308583" y="0"/>
                </a:moveTo>
                <a:lnTo>
                  <a:pt x="2022607" y="0"/>
                </a:lnTo>
                <a:lnTo>
                  <a:pt x="2022607" y="2108861"/>
                </a:lnTo>
                <a:lnTo>
                  <a:pt x="0" y="2107929"/>
                </a:lnTo>
                <a:cubicBezTo>
                  <a:pt x="923" y="2201759"/>
                  <a:pt x="-462" y="2285958"/>
                  <a:pt x="462" y="2379788"/>
                </a:cubicBezTo>
                <a:lnTo>
                  <a:pt x="2308583" y="2379788"/>
                </a:lnTo>
                <a:close/>
              </a:path>
            </a:pathLst>
          </a:custGeom>
          <a:solidFill>
            <a:schemeClr val="tx2">
              <a:alpha val="8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42" name="Content Placeholder 30">
            <a:extLst>
              <a:ext uri="{FF2B5EF4-FFF2-40B4-BE49-F238E27FC236}">
                <a16:creationId xmlns:a16="http://schemas.microsoft.com/office/drawing/2014/main" id="{92B7E431-D5FF-2C6B-4914-B372FBC71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514" y="4735983"/>
            <a:ext cx="7118268" cy="1538527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pl-PL" noProof="0" dirty="0"/>
              <a:t>Dodaj</a:t>
            </a:r>
          </a:p>
          <a:p>
            <a:pPr marL="457200" indent="-457200">
              <a:buFont typeface="+mj-lt"/>
              <a:buAutoNum type="arabicPeriod"/>
            </a:pPr>
            <a:r>
              <a:rPr lang="pl-PL" noProof="0" dirty="0"/>
              <a:t>Zaplanuj</a:t>
            </a:r>
          </a:p>
          <a:p>
            <a:pPr marL="457200" indent="-457200">
              <a:buFont typeface="+mj-lt"/>
              <a:buAutoNum type="arabicPeriod"/>
            </a:pPr>
            <a:r>
              <a:rPr lang="pl-PL" noProof="0" dirty="0"/>
              <a:t>Edytuj</a:t>
            </a:r>
          </a:p>
          <a:p>
            <a:pPr marL="457200" indent="-457200">
              <a:buFont typeface="+mj-lt"/>
              <a:buAutoNum type="arabicPeriod"/>
            </a:pPr>
            <a:r>
              <a:rPr lang="pl-PL" noProof="0" dirty="0"/>
              <a:t>Wykonaj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C7BDDC-28AC-3C4A-D28B-E5F7331E96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971" y="3360109"/>
            <a:ext cx="3993333" cy="3693834"/>
          </a:xfrm>
          <a:prstGeom prst="rect">
            <a:avLst/>
          </a:prstGeom>
        </p:spPr>
      </p:pic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D8968742-1D40-4F6B-9272-064FD1631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30486" y="6453386"/>
            <a:ext cx="573314" cy="4046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236F56-9E9D-C065-C95D-884ECCE8FF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4475" y="295756"/>
            <a:ext cx="4943050" cy="353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4620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7B164-6AE0-23B7-8D38-D5A326010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Struktura programu</a:t>
            </a:r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F0CF9D7E-76B3-8769-E95D-E4D4ECC20BF8}"/>
              </a:ext>
            </a:extLst>
          </p:cNvPr>
          <p:cNvSpPr/>
          <p:nvPr/>
        </p:nvSpPr>
        <p:spPr>
          <a:xfrm>
            <a:off x="10385612" y="2841809"/>
            <a:ext cx="1174376" cy="1174377"/>
          </a:xfrm>
          <a:prstGeom prst="smileyFac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F0B38FCF-47B7-DA83-5B95-8A822D1194B0}"/>
              </a:ext>
            </a:extLst>
          </p:cNvPr>
          <p:cNvSpPr/>
          <p:nvPr/>
        </p:nvSpPr>
        <p:spPr>
          <a:xfrm>
            <a:off x="4450976" y="2752163"/>
            <a:ext cx="1721224" cy="1353671"/>
          </a:xfrm>
          <a:prstGeom prst="cloud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noProof="0" dirty="0"/>
              <a:t>PLANNER</a:t>
            </a:r>
          </a:p>
        </p:txBody>
      </p:sp>
      <p:sp>
        <p:nvSpPr>
          <p:cNvPr id="6" name="Magnetic Disk 5">
            <a:extLst>
              <a:ext uri="{FF2B5EF4-FFF2-40B4-BE49-F238E27FC236}">
                <a16:creationId xmlns:a16="http://schemas.microsoft.com/office/drawing/2014/main" id="{A4F0AA14-D335-9DFA-0AFF-28089CF2886F}"/>
              </a:ext>
            </a:extLst>
          </p:cNvPr>
          <p:cNvSpPr/>
          <p:nvPr/>
        </p:nvSpPr>
        <p:spPr>
          <a:xfrm>
            <a:off x="1595718" y="2935941"/>
            <a:ext cx="1613647" cy="986117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noProof="0" dirty="0"/>
              <a:t>STORAGE</a:t>
            </a:r>
          </a:p>
        </p:txBody>
      </p:sp>
      <p:sp>
        <p:nvSpPr>
          <p:cNvPr id="7" name="Bevel 6">
            <a:extLst>
              <a:ext uri="{FF2B5EF4-FFF2-40B4-BE49-F238E27FC236}">
                <a16:creationId xmlns:a16="http://schemas.microsoft.com/office/drawing/2014/main" id="{939A73E8-F420-8D1F-E100-1B396A95582B}"/>
              </a:ext>
            </a:extLst>
          </p:cNvPr>
          <p:cNvSpPr/>
          <p:nvPr/>
        </p:nvSpPr>
        <p:spPr>
          <a:xfrm>
            <a:off x="7689476" y="1857935"/>
            <a:ext cx="1559859" cy="1145241"/>
          </a:xfrm>
          <a:prstGeom prst="bevel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noProof="0" dirty="0"/>
              <a:t>GUI</a:t>
            </a:r>
          </a:p>
        </p:txBody>
      </p:sp>
      <p:sp>
        <p:nvSpPr>
          <p:cNvPr id="8" name="Vertical Scroll 7">
            <a:extLst>
              <a:ext uri="{FF2B5EF4-FFF2-40B4-BE49-F238E27FC236}">
                <a16:creationId xmlns:a16="http://schemas.microsoft.com/office/drawing/2014/main" id="{98513085-E23C-4164-C227-46343A415D18}"/>
              </a:ext>
            </a:extLst>
          </p:cNvPr>
          <p:cNvSpPr/>
          <p:nvPr/>
        </p:nvSpPr>
        <p:spPr>
          <a:xfrm>
            <a:off x="7801536" y="3747247"/>
            <a:ext cx="1335741" cy="1272988"/>
          </a:xfrm>
          <a:prstGeom prst="verticalScroll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noProof="0" dirty="0"/>
              <a:t>CLI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D822EDA-234D-559A-8315-F426C8388CE3}"/>
              </a:ext>
            </a:extLst>
          </p:cNvPr>
          <p:cNvCxnSpPr>
            <a:stCxn id="5" idx="2"/>
            <a:endCxn id="6" idx="4"/>
          </p:cNvCxnSpPr>
          <p:nvPr/>
        </p:nvCxnSpPr>
        <p:spPr>
          <a:xfrm flipH="1">
            <a:off x="3209365" y="3428999"/>
            <a:ext cx="1246950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682AE518-A8D3-25BC-ACAA-636F6C2FE8EE}"/>
              </a:ext>
            </a:extLst>
          </p:cNvPr>
          <p:cNvCxnSpPr>
            <a:stCxn id="5" idx="0"/>
            <a:endCxn id="7" idx="4"/>
          </p:cNvCxnSpPr>
          <p:nvPr/>
        </p:nvCxnSpPr>
        <p:spPr>
          <a:xfrm flipV="1">
            <a:off x="6170766" y="2430556"/>
            <a:ext cx="1518710" cy="99844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8A6BABB1-848F-3DE0-910D-67AE6A8BE667}"/>
              </a:ext>
            </a:extLst>
          </p:cNvPr>
          <p:cNvCxnSpPr>
            <a:cxnSpLocks/>
            <a:stCxn id="5" idx="0"/>
            <a:endCxn id="8" idx="1"/>
          </p:cNvCxnSpPr>
          <p:nvPr/>
        </p:nvCxnSpPr>
        <p:spPr>
          <a:xfrm>
            <a:off x="6170766" y="3428999"/>
            <a:ext cx="1789894" cy="954742"/>
          </a:xfrm>
          <a:prstGeom prst="bentConnector3">
            <a:avLst>
              <a:gd name="adj1" fmla="val 4227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6B299BA4-DEEE-A241-0B53-C6DCFC817831}"/>
              </a:ext>
            </a:extLst>
          </p:cNvPr>
          <p:cNvCxnSpPr>
            <a:cxnSpLocks/>
            <a:stCxn id="7" idx="0"/>
            <a:endCxn id="4" idx="2"/>
          </p:cNvCxnSpPr>
          <p:nvPr/>
        </p:nvCxnSpPr>
        <p:spPr>
          <a:xfrm>
            <a:off x="9249335" y="2430556"/>
            <a:ext cx="1136277" cy="998442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C7420D0E-FAE4-266C-7F50-AB28D223EF78}"/>
              </a:ext>
            </a:extLst>
          </p:cNvPr>
          <p:cNvCxnSpPr>
            <a:stCxn id="4" idx="2"/>
            <a:endCxn id="8" idx="3"/>
          </p:cNvCxnSpPr>
          <p:nvPr/>
        </p:nvCxnSpPr>
        <p:spPr>
          <a:xfrm rot="10800000" flipV="1">
            <a:off x="8978154" y="3428997"/>
            <a:ext cx="1407458" cy="954743"/>
          </a:xfrm>
          <a:prstGeom prst="bentConnector3">
            <a:avLst>
              <a:gd name="adj1" fmla="val 40605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9D53AC0-DA3B-E061-513A-5DF2F1951934}"/>
              </a:ext>
            </a:extLst>
          </p:cNvPr>
          <p:cNvSpPr txBox="1"/>
          <p:nvPr/>
        </p:nvSpPr>
        <p:spPr>
          <a:xfrm>
            <a:off x="3259285" y="5490882"/>
            <a:ext cx="1147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noProof="0" dirty="0"/>
              <a:t>BACKEND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8C17F1-375F-F452-6652-A029B1542116}"/>
              </a:ext>
            </a:extLst>
          </p:cNvPr>
          <p:cNvSpPr txBox="1"/>
          <p:nvPr/>
        </p:nvSpPr>
        <p:spPr>
          <a:xfrm>
            <a:off x="7830351" y="5490882"/>
            <a:ext cx="1278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noProof="0" dirty="0"/>
              <a:t>FRONTEND</a:t>
            </a:r>
          </a:p>
        </p:txBody>
      </p:sp>
    </p:spTree>
    <p:extLst>
      <p:ext uri="{BB962C8B-B14F-4D97-AF65-F5344CB8AC3E}">
        <p14:creationId xmlns:p14="http://schemas.microsoft.com/office/powerpoint/2010/main" val="195910291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150AC-F152-BAC5-A744-991F4E34F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4724400" cy="900404"/>
          </a:xfrm>
        </p:spPr>
        <p:txBody>
          <a:bodyPr/>
          <a:lstStyle/>
          <a:p>
            <a:r>
              <a:rPr lang="pl-PL" noProof="0" dirty="0"/>
              <a:t>Algorytm planujący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FFC4D-2574-FD50-4766-CDA9483D7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800" noProof="0" dirty="0"/>
              <a:t>”Planowanie wsteczne”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800" noProof="0" dirty="0"/>
              <a:t>Znajdź okno czasowe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800" noProof="0" dirty="0"/>
              <a:t>Oblicz obciążenie dzienne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800" noProof="0" dirty="0"/>
              <a:t>Rozłóż tematy</a:t>
            </a:r>
          </a:p>
          <a:p>
            <a:r>
              <a:rPr lang="pl-PL" sz="2800" noProof="0" dirty="0"/>
              <a:t>Funkcja “Zablokuj”</a:t>
            </a:r>
          </a:p>
        </p:txBody>
      </p:sp>
      <p:sp>
        <p:nvSpPr>
          <p:cNvPr id="4" name="Notched Right Arrow 3">
            <a:extLst>
              <a:ext uri="{FF2B5EF4-FFF2-40B4-BE49-F238E27FC236}">
                <a16:creationId xmlns:a16="http://schemas.microsoft.com/office/drawing/2014/main" id="{2B1DBA35-58F7-EE59-C4FD-2362F250EA50}"/>
              </a:ext>
            </a:extLst>
          </p:cNvPr>
          <p:cNvSpPr/>
          <p:nvPr/>
        </p:nvSpPr>
        <p:spPr>
          <a:xfrm>
            <a:off x="6606073" y="2286000"/>
            <a:ext cx="5047861" cy="396551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4F2C2B08-B44D-DE93-36C3-F4943B250DAD}"/>
              </a:ext>
            </a:extLst>
          </p:cNvPr>
          <p:cNvSpPr/>
          <p:nvPr/>
        </p:nvSpPr>
        <p:spPr>
          <a:xfrm>
            <a:off x="11047445" y="1703614"/>
            <a:ext cx="233265" cy="5823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87292EC0-788E-27E5-2E96-822809E89B65}"/>
              </a:ext>
            </a:extLst>
          </p:cNvPr>
          <p:cNvSpPr/>
          <p:nvPr/>
        </p:nvSpPr>
        <p:spPr>
          <a:xfrm>
            <a:off x="6861111" y="1703614"/>
            <a:ext cx="233265" cy="582386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9" name="Notched Right Arrow 8">
            <a:extLst>
              <a:ext uri="{FF2B5EF4-FFF2-40B4-BE49-F238E27FC236}">
                <a16:creationId xmlns:a16="http://schemas.microsoft.com/office/drawing/2014/main" id="{DCFD5976-39E9-1B89-2D46-F2343EEE686C}"/>
              </a:ext>
            </a:extLst>
          </p:cNvPr>
          <p:cNvSpPr/>
          <p:nvPr/>
        </p:nvSpPr>
        <p:spPr>
          <a:xfrm>
            <a:off x="6606073" y="4771832"/>
            <a:ext cx="5047861" cy="396551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4D18CF2A-25E9-96FF-A883-1D74B5B0DCE1}"/>
              </a:ext>
            </a:extLst>
          </p:cNvPr>
          <p:cNvSpPr/>
          <p:nvPr/>
        </p:nvSpPr>
        <p:spPr>
          <a:xfrm>
            <a:off x="11047445" y="4189446"/>
            <a:ext cx="233265" cy="58238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7CC30BBC-35A2-E8D5-31C0-6F4DA7B29D86}"/>
              </a:ext>
            </a:extLst>
          </p:cNvPr>
          <p:cNvSpPr/>
          <p:nvPr/>
        </p:nvSpPr>
        <p:spPr>
          <a:xfrm>
            <a:off x="6861111" y="4189446"/>
            <a:ext cx="233265" cy="582386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12" name="Off-page Connector 11">
            <a:extLst>
              <a:ext uri="{FF2B5EF4-FFF2-40B4-BE49-F238E27FC236}">
                <a16:creationId xmlns:a16="http://schemas.microsoft.com/office/drawing/2014/main" id="{DDF44B19-7F11-B61F-36D8-F08B1A9A4031}"/>
              </a:ext>
            </a:extLst>
          </p:cNvPr>
          <p:cNvSpPr/>
          <p:nvPr/>
        </p:nvSpPr>
        <p:spPr>
          <a:xfrm>
            <a:off x="10104274" y="1586982"/>
            <a:ext cx="475861" cy="559837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13" name="Off-page Connector 12">
            <a:extLst>
              <a:ext uri="{FF2B5EF4-FFF2-40B4-BE49-F238E27FC236}">
                <a16:creationId xmlns:a16="http://schemas.microsoft.com/office/drawing/2014/main" id="{F61EE2F4-9FAF-2892-47CB-D33842D574EF}"/>
              </a:ext>
            </a:extLst>
          </p:cNvPr>
          <p:cNvSpPr/>
          <p:nvPr/>
        </p:nvSpPr>
        <p:spPr>
          <a:xfrm>
            <a:off x="9259855" y="1586204"/>
            <a:ext cx="475861" cy="559837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14" name="Off-page Connector 13">
            <a:extLst>
              <a:ext uri="{FF2B5EF4-FFF2-40B4-BE49-F238E27FC236}">
                <a16:creationId xmlns:a16="http://schemas.microsoft.com/office/drawing/2014/main" id="{DF61B18F-FF96-82E4-F5D8-8D7BBE4C7B39}"/>
              </a:ext>
            </a:extLst>
          </p:cNvPr>
          <p:cNvSpPr/>
          <p:nvPr/>
        </p:nvSpPr>
        <p:spPr>
          <a:xfrm>
            <a:off x="8410770" y="1586204"/>
            <a:ext cx="475861" cy="559837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15" name="Off-page Connector 14">
            <a:extLst>
              <a:ext uri="{FF2B5EF4-FFF2-40B4-BE49-F238E27FC236}">
                <a16:creationId xmlns:a16="http://schemas.microsoft.com/office/drawing/2014/main" id="{125ADA52-6CC4-7924-4DA0-F641F0D6A7D5}"/>
              </a:ext>
            </a:extLst>
          </p:cNvPr>
          <p:cNvSpPr/>
          <p:nvPr/>
        </p:nvSpPr>
        <p:spPr>
          <a:xfrm>
            <a:off x="7561685" y="1586204"/>
            <a:ext cx="475861" cy="559837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16" name="Off-page Connector 15">
            <a:extLst>
              <a:ext uri="{FF2B5EF4-FFF2-40B4-BE49-F238E27FC236}">
                <a16:creationId xmlns:a16="http://schemas.microsoft.com/office/drawing/2014/main" id="{E953F7CB-F73F-3875-B8C1-5F9815AF1AB9}"/>
              </a:ext>
            </a:extLst>
          </p:cNvPr>
          <p:cNvSpPr/>
          <p:nvPr/>
        </p:nvSpPr>
        <p:spPr>
          <a:xfrm>
            <a:off x="10104274" y="4073593"/>
            <a:ext cx="475861" cy="559837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17" name="Off-page Connector 16">
            <a:extLst>
              <a:ext uri="{FF2B5EF4-FFF2-40B4-BE49-F238E27FC236}">
                <a16:creationId xmlns:a16="http://schemas.microsoft.com/office/drawing/2014/main" id="{1F7481E0-93D5-8BC9-E967-8BA6F7691231}"/>
              </a:ext>
            </a:extLst>
          </p:cNvPr>
          <p:cNvSpPr/>
          <p:nvPr/>
        </p:nvSpPr>
        <p:spPr>
          <a:xfrm>
            <a:off x="9259855" y="4072815"/>
            <a:ext cx="475861" cy="559837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18" name="Off-page Connector 17">
            <a:extLst>
              <a:ext uri="{FF2B5EF4-FFF2-40B4-BE49-F238E27FC236}">
                <a16:creationId xmlns:a16="http://schemas.microsoft.com/office/drawing/2014/main" id="{D3CE9F89-F2F5-A3FB-3B7C-D66FF2BC573A}"/>
              </a:ext>
            </a:extLst>
          </p:cNvPr>
          <p:cNvSpPr/>
          <p:nvPr/>
        </p:nvSpPr>
        <p:spPr>
          <a:xfrm>
            <a:off x="8410770" y="4072815"/>
            <a:ext cx="475861" cy="559837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19" name="Off-page Connector 18">
            <a:extLst>
              <a:ext uri="{FF2B5EF4-FFF2-40B4-BE49-F238E27FC236}">
                <a16:creationId xmlns:a16="http://schemas.microsoft.com/office/drawing/2014/main" id="{8A9471FB-4ED1-B1D5-64AC-FAFFE59BF110}"/>
              </a:ext>
            </a:extLst>
          </p:cNvPr>
          <p:cNvSpPr/>
          <p:nvPr/>
        </p:nvSpPr>
        <p:spPr>
          <a:xfrm>
            <a:off x="7561685" y="4072815"/>
            <a:ext cx="475861" cy="559837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20" name="Folded Corner 19">
            <a:extLst>
              <a:ext uri="{FF2B5EF4-FFF2-40B4-BE49-F238E27FC236}">
                <a16:creationId xmlns:a16="http://schemas.microsoft.com/office/drawing/2014/main" id="{3FEB64B4-787F-731A-73AA-147F0998ECA0}"/>
              </a:ext>
            </a:extLst>
          </p:cNvPr>
          <p:cNvSpPr/>
          <p:nvPr/>
        </p:nvSpPr>
        <p:spPr>
          <a:xfrm>
            <a:off x="9374155" y="1713332"/>
            <a:ext cx="242596" cy="241042"/>
          </a:xfrm>
          <a:prstGeom prst="foldedCorne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21" name="Folded Corner 20">
            <a:extLst>
              <a:ext uri="{FF2B5EF4-FFF2-40B4-BE49-F238E27FC236}">
                <a16:creationId xmlns:a16="http://schemas.microsoft.com/office/drawing/2014/main" id="{96D6EC8F-1D40-2791-3FD2-8DFD0995C1B1}"/>
              </a:ext>
            </a:extLst>
          </p:cNvPr>
          <p:cNvSpPr/>
          <p:nvPr/>
        </p:nvSpPr>
        <p:spPr>
          <a:xfrm>
            <a:off x="10220906" y="1713332"/>
            <a:ext cx="242596" cy="241042"/>
          </a:xfrm>
          <a:prstGeom prst="foldedCorne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22" name="Folded Corner 21">
            <a:extLst>
              <a:ext uri="{FF2B5EF4-FFF2-40B4-BE49-F238E27FC236}">
                <a16:creationId xmlns:a16="http://schemas.microsoft.com/office/drawing/2014/main" id="{D322D854-3934-6D83-5FF0-82D8DCC750E2}"/>
              </a:ext>
            </a:extLst>
          </p:cNvPr>
          <p:cNvSpPr/>
          <p:nvPr/>
        </p:nvSpPr>
        <p:spPr>
          <a:xfrm>
            <a:off x="8522738" y="1713332"/>
            <a:ext cx="242596" cy="241042"/>
          </a:xfrm>
          <a:prstGeom prst="foldedCorne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24" name="Folded Corner 23">
            <a:extLst>
              <a:ext uri="{FF2B5EF4-FFF2-40B4-BE49-F238E27FC236}">
                <a16:creationId xmlns:a16="http://schemas.microsoft.com/office/drawing/2014/main" id="{400BB7E8-22E3-A679-BC51-F8E8729F3556}"/>
              </a:ext>
            </a:extLst>
          </p:cNvPr>
          <p:cNvSpPr/>
          <p:nvPr/>
        </p:nvSpPr>
        <p:spPr>
          <a:xfrm>
            <a:off x="10266280" y="4160481"/>
            <a:ext cx="151847" cy="149682"/>
          </a:xfrm>
          <a:prstGeom prst="foldedCorne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25" name="Folded Corner 24">
            <a:extLst>
              <a:ext uri="{FF2B5EF4-FFF2-40B4-BE49-F238E27FC236}">
                <a16:creationId xmlns:a16="http://schemas.microsoft.com/office/drawing/2014/main" id="{AA86B63C-F700-7918-01CB-4D56A351F891}"/>
              </a:ext>
            </a:extLst>
          </p:cNvPr>
          <p:cNvSpPr/>
          <p:nvPr/>
        </p:nvSpPr>
        <p:spPr>
          <a:xfrm>
            <a:off x="9419529" y="4160481"/>
            <a:ext cx="151847" cy="149682"/>
          </a:xfrm>
          <a:prstGeom prst="foldedCorne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26" name="Folded Corner 25">
            <a:extLst>
              <a:ext uri="{FF2B5EF4-FFF2-40B4-BE49-F238E27FC236}">
                <a16:creationId xmlns:a16="http://schemas.microsoft.com/office/drawing/2014/main" id="{DE29A2B4-63AF-EEE9-CB46-3CF7C4C75260}"/>
              </a:ext>
            </a:extLst>
          </p:cNvPr>
          <p:cNvSpPr/>
          <p:nvPr/>
        </p:nvSpPr>
        <p:spPr>
          <a:xfrm>
            <a:off x="9419528" y="4353511"/>
            <a:ext cx="151847" cy="149682"/>
          </a:xfrm>
          <a:prstGeom prst="foldedCorne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27" name="Folded Corner 26">
            <a:extLst>
              <a:ext uri="{FF2B5EF4-FFF2-40B4-BE49-F238E27FC236}">
                <a16:creationId xmlns:a16="http://schemas.microsoft.com/office/drawing/2014/main" id="{B96CEA3B-183C-36E5-C604-B73E770C096B}"/>
              </a:ext>
            </a:extLst>
          </p:cNvPr>
          <p:cNvSpPr/>
          <p:nvPr/>
        </p:nvSpPr>
        <p:spPr>
          <a:xfrm>
            <a:off x="8568112" y="4161089"/>
            <a:ext cx="151847" cy="149682"/>
          </a:xfrm>
          <a:prstGeom prst="foldedCorne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28" name="Folded Corner 27">
            <a:extLst>
              <a:ext uri="{FF2B5EF4-FFF2-40B4-BE49-F238E27FC236}">
                <a16:creationId xmlns:a16="http://schemas.microsoft.com/office/drawing/2014/main" id="{99139C07-9A4C-43D6-AFC5-3CBA2B5BEFCA}"/>
              </a:ext>
            </a:extLst>
          </p:cNvPr>
          <p:cNvSpPr/>
          <p:nvPr/>
        </p:nvSpPr>
        <p:spPr>
          <a:xfrm>
            <a:off x="8575110" y="4353511"/>
            <a:ext cx="151847" cy="149682"/>
          </a:xfrm>
          <a:prstGeom prst="foldedCorne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29" name="Folded Corner 28">
            <a:extLst>
              <a:ext uri="{FF2B5EF4-FFF2-40B4-BE49-F238E27FC236}">
                <a16:creationId xmlns:a16="http://schemas.microsoft.com/office/drawing/2014/main" id="{ED6E484E-52BA-7DEF-D4DB-67B96C150911}"/>
              </a:ext>
            </a:extLst>
          </p:cNvPr>
          <p:cNvSpPr/>
          <p:nvPr/>
        </p:nvSpPr>
        <p:spPr>
          <a:xfrm>
            <a:off x="7726025" y="4161089"/>
            <a:ext cx="151847" cy="149682"/>
          </a:xfrm>
          <a:prstGeom prst="foldedCorne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  <p:sp>
        <p:nvSpPr>
          <p:cNvPr id="30" name="Folded Corner 29">
            <a:extLst>
              <a:ext uri="{FF2B5EF4-FFF2-40B4-BE49-F238E27FC236}">
                <a16:creationId xmlns:a16="http://schemas.microsoft.com/office/drawing/2014/main" id="{B3B8DEFA-C25E-ECC6-4711-66D9EED5F2A9}"/>
              </a:ext>
            </a:extLst>
          </p:cNvPr>
          <p:cNvSpPr/>
          <p:nvPr/>
        </p:nvSpPr>
        <p:spPr>
          <a:xfrm>
            <a:off x="7723691" y="4353511"/>
            <a:ext cx="151847" cy="149682"/>
          </a:xfrm>
          <a:prstGeom prst="foldedCorne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142988421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9985-0093-6CD1-9CD7-A4F6F772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4455459" cy="972671"/>
          </a:xfrm>
        </p:spPr>
        <p:txBody>
          <a:bodyPr/>
          <a:lstStyle/>
          <a:p>
            <a:r>
              <a:rPr lang="pl-PL" noProof="0" dirty="0"/>
              <a:t>Logika vs Treść</a:t>
            </a:r>
          </a:p>
        </p:txBody>
      </p:sp>
      <p:pic>
        <p:nvPicPr>
          <p:cNvPr id="5" name="Content Placeholder 4" descr="A screenshot of a phone&#10;&#10;AI-generated content may be incorrect.">
            <a:extLst>
              <a:ext uri="{FF2B5EF4-FFF2-40B4-BE49-F238E27FC236}">
                <a16:creationId xmlns:a16="http://schemas.microsoft.com/office/drawing/2014/main" id="{C938CB38-50D1-3B5F-B795-223162643B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5716" y="-7960659"/>
            <a:ext cx="6037012" cy="11716808"/>
          </a:xfrm>
        </p:spPr>
      </p:pic>
      <p:pic>
        <p:nvPicPr>
          <p:cNvPr id="7" name="Picture 6" descr="A black and blue text box&#10;&#10;AI-generated content may be incorrect.">
            <a:extLst>
              <a:ext uri="{FF2B5EF4-FFF2-40B4-BE49-F238E27FC236}">
                <a16:creationId xmlns:a16="http://schemas.microsoft.com/office/drawing/2014/main" id="{54B0E1D5-8249-C017-20BD-62A9BD3C8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309" y="2234453"/>
            <a:ext cx="1884221" cy="1127312"/>
          </a:xfrm>
          <a:prstGeom prst="rect">
            <a:avLst/>
          </a:prstGeom>
        </p:spPr>
      </p:pic>
      <p:sp>
        <p:nvSpPr>
          <p:cNvPr id="9" name="Vertical Scroll 8">
            <a:extLst>
              <a:ext uri="{FF2B5EF4-FFF2-40B4-BE49-F238E27FC236}">
                <a16:creationId xmlns:a16="http://schemas.microsoft.com/office/drawing/2014/main" id="{35EBEBCA-E80A-3DD0-5053-037803FF4CD6}"/>
              </a:ext>
            </a:extLst>
          </p:cNvPr>
          <p:cNvSpPr/>
          <p:nvPr/>
        </p:nvSpPr>
        <p:spPr>
          <a:xfrm>
            <a:off x="1371600" y="3012141"/>
            <a:ext cx="3128682" cy="3209365"/>
          </a:xfrm>
          <a:prstGeom prst="verticalScroll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i="1" noProof="0" dirty="0" err="1"/>
              <a:t>lang_pl.json</a:t>
            </a:r>
            <a:endParaRPr lang="pl-PL" b="1" i="1" noProof="0" dirty="0"/>
          </a:p>
          <a:p>
            <a:pPr algn="ctr"/>
            <a:r>
              <a:rPr lang="pl-PL" noProof="0" dirty="0">
                <a:solidFill>
                  <a:srgbClr val="C888C1"/>
                </a:solidFill>
              </a:rPr>
              <a:t>"</a:t>
            </a:r>
            <a:r>
              <a:rPr lang="pl-PL" noProof="0" dirty="0" err="1">
                <a:solidFill>
                  <a:srgbClr val="C888C1"/>
                </a:solidFill>
              </a:rPr>
              <a:t>btn_save</a:t>
            </a:r>
            <a:r>
              <a:rPr lang="pl-PL" noProof="0" dirty="0">
                <a:solidFill>
                  <a:srgbClr val="C888C1"/>
                </a:solidFill>
              </a:rPr>
              <a:t>"</a:t>
            </a:r>
            <a:r>
              <a:rPr lang="pl-PL" noProof="0" dirty="0"/>
              <a:t>: </a:t>
            </a:r>
            <a:r>
              <a:rPr lang="pl-PL" noProof="0" dirty="0">
                <a:solidFill>
                  <a:srgbClr val="92D050"/>
                </a:solidFill>
              </a:rPr>
              <a:t>"Zapisz"</a:t>
            </a:r>
            <a:r>
              <a:rPr lang="pl-PL" noProof="0" dirty="0"/>
              <a:t>,</a:t>
            </a:r>
          </a:p>
          <a:p>
            <a:pPr algn="ctr"/>
            <a:r>
              <a:rPr lang="pl-PL" noProof="0" dirty="0">
                <a:solidFill>
                  <a:srgbClr val="C888C1"/>
                </a:solidFill>
              </a:rPr>
              <a:t>"</a:t>
            </a:r>
            <a:r>
              <a:rPr lang="pl-PL" noProof="0" dirty="0" err="1">
                <a:solidFill>
                  <a:srgbClr val="C888C1"/>
                </a:solidFill>
              </a:rPr>
              <a:t>tag_today</a:t>
            </a:r>
            <a:r>
              <a:rPr lang="pl-PL" noProof="0" dirty="0">
                <a:solidFill>
                  <a:srgbClr val="C888C1"/>
                </a:solidFill>
              </a:rPr>
              <a:t>"</a:t>
            </a:r>
            <a:r>
              <a:rPr lang="pl-PL" noProof="0" dirty="0"/>
              <a:t>: </a:t>
            </a:r>
            <a:r>
              <a:rPr lang="pl-PL" noProof="0" dirty="0">
                <a:solidFill>
                  <a:srgbClr val="92D050"/>
                </a:solidFill>
              </a:rPr>
              <a:t>"Dzisiaj"</a:t>
            </a:r>
          </a:p>
          <a:p>
            <a:pPr algn="ctr"/>
            <a:endParaRPr lang="pl-PL" noProof="0" dirty="0"/>
          </a:p>
          <a:p>
            <a:pPr algn="ctr"/>
            <a:r>
              <a:rPr lang="pl-PL" b="1" i="1" noProof="0" dirty="0" err="1"/>
              <a:t>lang_en.json</a:t>
            </a:r>
            <a:endParaRPr lang="pl-PL" b="1" i="1" noProof="0" dirty="0"/>
          </a:p>
          <a:p>
            <a:pPr algn="ctr"/>
            <a:r>
              <a:rPr lang="pl-PL" noProof="0" dirty="0">
                <a:solidFill>
                  <a:srgbClr val="C888C1"/>
                </a:solidFill>
              </a:rPr>
              <a:t>"</a:t>
            </a:r>
            <a:r>
              <a:rPr lang="pl-PL" noProof="0" dirty="0" err="1">
                <a:solidFill>
                  <a:srgbClr val="C888C1"/>
                </a:solidFill>
              </a:rPr>
              <a:t>btn_save</a:t>
            </a:r>
            <a:r>
              <a:rPr lang="pl-PL" noProof="0" dirty="0">
                <a:solidFill>
                  <a:srgbClr val="C888C1"/>
                </a:solidFill>
              </a:rPr>
              <a:t>"</a:t>
            </a:r>
            <a:r>
              <a:rPr lang="pl-PL" noProof="0" dirty="0"/>
              <a:t>: </a:t>
            </a:r>
            <a:r>
              <a:rPr lang="pl-PL" noProof="0" dirty="0">
                <a:solidFill>
                  <a:srgbClr val="92D050"/>
                </a:solidFill>
              </a:rPr>
              <a:t>"</a:t>
            </a:r>
            <a:r>
              <a:rPr lang="pl-PL" noProof="0" dirty="0" err="1">
                <a:solidFill>
                  <a:srgbClr val="92D050"/>
                </a:solidFill>
              </a:rPr>
              <a:t>Save</a:t>
            </a:r>
            <a:r>
              <a:rPr lang="pl-PL" noProof="0" dirty="0">
                <a:solidFill>
                  <a:srgbClr val="92D050"/>
                </a:solidFill>
              </a:rPr>
              <a:t>"</a:t>
            </a:r>
            <a:r>
              <a:rPr lang="pl-PL" noProof="0" dirty="0"/>
              <a:t>,</a:t>
            </a:r>
          </a:p>
          <a:p>
            <a:pPr algn="ctr"/>
            <a:r>
              <a:rPr lang="pl-PL" noProof="0" dirty="0">
                <a:solidFill>
                  <a:srgbClr val="C888C1"/>
                </a:solidFill>
              </a:rPr>
              <a:t>"</a:t>
            </a:r>
            <a:r>
              <a:rPr lang="pl-PL" noProof="0" dirty="0" err="1">
                <a:solidFill>
                  <a:srgbClr val="C888C1"/>
                </a:solidFill>
              </a:rPr>
              <a:t>tag_today</a:t>
            </a:r>
            <a:r>
              <a:rPr lang="pl-PL" noProof="0" dirty="0">
                <a:solidFill>
                  <a:srgbClr val="C888C1"/>
                </a:solidFill>
              </a:rPr>
              <a:t>"</a:t>
            </a:r>
            <a:r>
              <a:rPr lang="pl-PL" noProof="0" dirty="0"/>
              <a:t>: </a:t>
            </a:r>
            <a:r>
              <a:rPr lang="pl-PL" noProof="0" dirty="0">
                <a:solidFill>
                  <a:srgbClr val="92D050"/>
                </a:solidFill>
              </a:rPr>
              <a:t>"</a:t>
            </a:r>
            <a:r>
              <a:rPr lang="pl-PL" noProof="0" dirty="0" err="1">
                <a:solidFill>
                  <a:srgbClr val="92D050"/>
                </a:solidFill>
              </a:rPr>
              <a:t>Today</a:t>
            </a:r>
            <a:r>
              <a:rPr lang="pl-PL" noProof="0" dirty="0">
                <a:solidFill>
                  <a:srgbClr val="92D050"/>
                </a:solidFill>
              </a:rPr>
              <a:t>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FFA853-D208-EE29-FE3B-1B87C56FE078}"/>
              </a:ext>
            </a:extLst>
          </p:cNvPr>
          <p:cNvSpPr txBox="1"/>
          <p:nvPr/>
        </p:nvSpPr>
        <p:spPr>
          <a:xfrm>
            <a:off x="6553201" y="4616823"/>
            <a:ext cx="48050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noProof="0" dirty="0"/>
              <a:t>Skalowalność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noProof="0" dirty="0"/>
              <a:t>Czysta architektura programu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400" noProof="0" dirty="0"/>
              <a:t>Bezpieczeństwo</a:t>
            </a:r>
          </a:p>
        </p:txBody>
      </p:sp>
    </p:spTree>
    <p:extLst>
      <p:ext uri="{BB962C8B-B14F-4D97-AF65-F5344CB8AC3E}">
        <p14:creationId xmlns:p14="http://schemas.microsoft.com/office/powerpoint/2010/main" val="158303472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BCBA2-C5AD-B4ED-BD37-75ADD3DD61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noProof="0" dirty="0"/>
              <a:t>Dziękuję za uwagę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86CC89-6237-F780-3598-9CACFBD8B3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24698859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102</TotalTime>
  <Words>121</Words>
  <Application>Microsoft Macintosh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Franklin Gothic Book</vt:lpstr>
      <vt:lpstr>Crop</vt:lpstr>
      <vt:lpstr>Planer Nauki</vt:lpstr>
      <vt:lpstr>Problem i rozwiązanie</vt:lpstr>
      <vt:lpstr>Plan</vt:lpstr>
      <vt:lpstr>Praca z Planem</vt:lpstr>
      <vt:lpstr>Struktura programu</vt:lpstr>
      <vt:lpstr>Algorytm planujący</vt:lpstr>
      <vt:lpstr>Logika vs Treść</vt:lpstr>
      <vt:lpstr>Dziękuję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Oskar Konitz</dc:creator>
  <cp:lastModifiedBy>Oskar Konitz</cp:lastModifiedBy>
  <cp:revision>1</cp:revision>
  <dcterms:created xsi:type="dcterms:W3CDTF">2026-01-23T21:03:42Z</dcterms:created>
  <dcterms:modified xsi:type="dcterms:W3CDTF">2026-01-23T22:45:52Z</dcterms:modified>
</cp:coreProperties>
</file>